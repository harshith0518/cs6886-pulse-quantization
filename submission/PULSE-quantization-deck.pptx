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Worst-QP penalty on Kodak, lower is better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Worst-QP penalty (%)</c:v>
                </c:pt>
              </c:strCache>
            </c:strRef>
          </c:tx>
          <c:spPr>
            <a:solidFill>
              <a:srgbClr val="1E2761"/>
            </a:solidFill>
          </c:spPr>
          <c:dPt>
            <c:idx val="0"/>
            <c:spPr>
              <a:solidFill>
                <a:srgbClr val="D64545"/>
              </a:solidFill>
            </c:spPr>
          </c:dPt>
          <c:dPt>
            <c:idx val="1"/>
            <c:spPr>
              <a:solidFill>
                <a:srgbClr val="7A8CA3"/>
              </a:solidFill>
            </c:spPr>
          </c:dPt>
          <c:dPt>
            <c:idx val="2"/>
            <c:spPr>
              <a:solidFill>
                <a:srgbClr val="02C39A"/>
              </a:solidFill>
            </c:spPr>
          </c:dPt>
          <c:dPt>
            <c:idx val="3"/>
            <c:spPr>
              <a:solidFill>
                <a:srgbClr val="02C39A"/>
              </a:solidFill>
            </c:spPr>
          </c:dPt>
          <c:cat>
            <c:strRef>
              <c:f>Sheet1!$A$2:$A$5</c:f>
              <c:strCache>
                <c:ptCount val="4"/>
                <c:pt idx="0">
                  <c:v>uniform INT8
13.9 MB</c:v>
                </c:pt>
                <c:pt idx="1">
                  <c:v>safe
17.9 MB</c:v>
                </c:pt>
                <c:pt idx="2">
                  <c:v>1.8% variant
18.7 MB</c:v>
                </c:pt>
                <c:pt idx="3">
                  <c:v>1% champion
21.7 MB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26.184</c:v>
                </c:pt>
                <c:pt idx="1">
                  <c:v>2.633</c:v>
                </c:pt>
                <c:pt idx="2">
                  <c:v>1.268</c:v>
                </c:pt>
                <c:pt idx="3">
                  <c:v>0.672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sz="13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4EAF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we asked which parts of a learned codec tolerate low precision, solved that as an optimisation, then used quantization-aware fine-tuning to repair what the low-precision choice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asymmetry is the whole motivation. 85.6% of parameters sit in six encoder blocks; the decoder is 5% but is the most fragile per parameter. A uniform setting over-spends on the robust parts and under-protects the fragile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additivity check is what makes the optimizer legitimate: if single-component penalties did not add up, an assignment built from them would be meaningless. They do, within 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heatmap as 'percentage points of penalty to quantize this one component alone'. The encoder blocks are large but tolerant; the two entropy steps are small and intolerant. That inversion is what makes a per-component assignment beat any uniform setting.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shared-across-QPs variable is the deployability constraint, not a convenience. If we let each QP choose its own assignment we would need eight weight files, which the release contract does not allow. Greedy is run alongside as a baseline, and ILP wins or ties on every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measured, not predicted. The solver's own prediction was 0.97% for the champion and the measurement came in at 0.94%, so it errs conservative every time. Set14 was never used for fitting, so it is a genuine transfer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justifies the project. Naive uniform INT8 gives a smaller file than our champion and is 39x worse on Kodak, 67x worse on CLIC. It is not that quantization is bad; it is that uniform granularity is the wrong granularity.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saying plainly: we had already picked the 2% point and it turned out to be dominated. A finer sweep found a strictly better model. That is a small example of why the frontier should be swept, not guessed.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Per-channel INT4 measured 148-3767% penalty. Implementing group-32 scaling brought that down by 5-22x, which is real engineering progress, but the cost per byte is still two orders of magnitude worse than INT8. So 4-bit only becomes interesting if fine-tuning pays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frozen entropy model is the subtle part. If you fine-tune the entropy components the integer CDF tables in the bundle no longer describe the weights, and the decoder produces a different image from the encoder's input. Freezing them keeps the bitstream contract intact.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interesting result in the project and it is two-sided. QAT is a repair mechanism, and the size of the repair is set by how badly the assignment was chosen. On a model we had already optimised, it did nothing at all - which is the correct answer,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Latency is the honest negative of this work. Quantization makes convolutions cheaper, and convolutions are 27% of round trip. The entropy coder dominates. Reporting a speedup here would have required either real INT8 kernels or multi-lane entropy coding, neither of which we shipped.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'which one do you submit', the answer is the 21.677 MB champion, with the 18.664 MB variant as the size-constrained option. The other configurations are evidence, not products.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Stating these first is deliberate. The checkpoint-selection issue is the one that most affects the QAT numbers we report, and we would fix it before trusting the 12k results at finer resolution.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trade-off, not on a feature list. The three numbers are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>
                <a:solidFill>
                  <a:srgbClr val="CADCFC"/>
                </a:solidFill>
                <a:latin typeface="Cambria"/>
              </a:rPr>
              <a:t>Which bits can we drop?</a:t>
            </a:r>
          </a:p>
          <a:p>
            <a:pPr algn="l"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Component-wise quantization of a learned image codec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6052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CADCFC"/>
                </a:solidFill>
                <a:latin typeface="Calibri"/>
              </a:rPr>
              <a:t>PULSE-MSE  ·  14.18M parameters  ·  8 quality settings  ·  one weight file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074920"/>
            <a:ext cx="3200400" cy="105156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02C39A"/>
                </a:solidFill>
                <a:latin typeface="Cambria"/>
              </a:rPr>
              <a:t>-60.4%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model size, 0.94% quality cost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5074920"/>
            <a:ext cx="3200400" cy="105156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02C39A"/>
                </a:solidFill>
                <a:latin typeface="Cambria"/>
              </a:rPr>
              <a:t>14.4 MB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smallest variant worth deploying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5074920"/>
            <a:ext cx="3200400" cy="105156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02C39A"/>
                </a:solidFill>
                <a:latin typeface="Cambria"/>
              </a:rPr>
              <a:t>97.6%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of 4-bit damage repaired by QAT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E2761"/>
                </a:solidFill>
                <a:latin typeface="Cambria"/>
              </a:rPr>
              <a:t>The model is wildly unbalanced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7A8CA3"/>
                </a:solidFill>
                <a:latin typeface="Calibri"/>
              </a:rPr>
              <a:t>so one uniform precision is the wrong instrument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64238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5417"/>
                <a:gridCol w="1770278"/>
                <a:gridCol w="1327708"/>
                <a:gridCol w="5310835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Encoder  E0-E5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12.13M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85.6%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11.6 MB of the four big blocks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Entropy  H0-H3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1.34M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9.4%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5.9% of weights, 73% of decode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Decoder  D0-D8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0.71M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cheap in bytes, fragile in quality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794760"/>
            <a:ext cx="110642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36454F"/>
                </a:solidFill>
                <a:latin typeface="Calibri"/>
              </a:rPr>
              <a:t>Eight QPs ship in ONE weight file, so a per-QP precision choice would not be deployable.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36454F"/>
                </a:solidFill>
                <a:latin typeface="Calibri"/>
              </a:rPr>
              <a:t>Precision damage is not uniform either: some components are fine at 8 bits, some lose 38% at 8 bits.</a:t>
            </a:r>
          </a:p>
          <a:p>
            <a:pPr algn="l">
              <a:spcAft>
                <a:spcPts val="0"/>
              </a:spcAft>
            </a:pPr>
            <a:r>
              <a:rPr sz="1700" b="1">
                <a:solidFill>
                  <a:srgbClr val="1E2761"/>
                </a:solidFill>
                <a:latin typeface="Calibri"/>
              </a:rPr>
              <a:t>So the question is an allocation problem: one precision per component, sized and constrained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A8CA3"/>
                </a:solidFill>
                <a:latin typeface="Calibri"/>
              </a:rPr>
              <a:t>Parameter counts from artifacts/component_inventory.json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E2761"/>
                </a:solidFill>
                <a:latin typeface="Cambria"/>
              </a:rPr>
              <a:t>How we measured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7A8CA3"/>
                </a:solidFill>
                <a:latin typeface="Calibri"/>
              </a:rPr>
              <a:t>69,233 measurements, one component at a time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E2761"/>
                </a:solidFill>
                <a:latin typeface="Cambria"/>
              </a:rPr>
              <a:t>7 formats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FP16, BF16, FP8-E4M3, FP8-E5M2, INT8, INT4, FP4-E2M1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4256" y="1874519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E2761"/>
                </a:solidFill>
                <a:latin typeface="Cambria"/>
              </a:rPr>
              <a:t>19 components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every conv-bearing block, weights only, everything else FP32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1583" y="1874519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E2761"/>
                </a:solidFill>
                <a:latin typeface="Cambria"/>
              </a:rPr>
              <a:t>8 QPs x 2 sets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Kodak screens, CLIC Professional confirms, 8 quality settings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429000"/>
            <a:ext cx="11064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36454F"/>
                </a:solidFill>
                <a:latin typeface="Calibri"/>
              </a:rPr>
              <a:t>Quality metric: rate-equivalent penalty,  penalty = 100 x [(1 + dbpp/100) x 2^(-dPSNR/slope) - 1]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7A8CA3"/>
                </a:solidFill>
                <a:latin typeface="Calibri"/>
              </a:rPr>
              <a:t>It folds a quality change and a bitrate change into one number. Zero means indistinguishable from FP32.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983480"/>
            <a:ext cx="5349240" cy="118872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02C39A"/>
                </a:solidFill>
                <a:latin typeface="Cambria"/>
              </a:rPr>
              <a:t>0.96-1.05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additivity ratio on Kodak: single-component costs sum correctly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81928" y="4983480"/>
            <a:ext cx="5349240" cy="118872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02C39A"/>
                </a:solidFill>
                <a:latin typeface="Cambria"/>
              </a:rPr>
              <a:t>10/10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unit tests pass on the fake-quantization 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A8CA3"/>
                </a:solidFill>
                <a:latin typeface="Calibri"/>
              </a:rPr>
              <a:t>scripts/pipeline.py (metric) · scripts/analyze_additivity.py (validation)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E2761"/>
                </a:solidFill>
                <a:latin typeface="Cambria"/>
              </a:rPr>
              <a:t>Some components simply refuse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7A8CA3"/>
                </a:solidFill>
                <a:latin typeface="Calibri"/>
              </a:rPr>
              <a:t>13 of 19 are safe at 8 bits; three are not</a:t>
            </a:r>
          </a:p>
        </p:txBody>
      </p:sp>
      <p:pic>
        <p:nvPicPr>
          <p:cNvPr id="4" name="Picture 3" descr="component_precision_penalt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526" y="1783080"/>
            <a:ext cx="5050242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874519"/>
            <a:ext cx="38404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D64545"/>
                </a:solidFill>
                <a:latin typeface="Cambria"/>
              </a:rPr>
              <a:t>Intolerant at INT8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36454F"/>
                </a:solidFill>
                <a:latin typeface="Calibri"/>
              </a:rPr>
              <a:t>H3  entropy step:  38.15%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36454F"/>
                </a:solidFill>
                <a:latin typeface="Calibri"/>
              </a:rPr>
              <a:t>H0  hyper encoder:  10.09%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36454F"/>
                </a:solidFill>
                <a:latin typeface="Calibri"/>
              </a:rPr>
              <a:t>D5  renderer MLP:  8.06%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7A8CA3"/>
                </a:solidFill>
                <a:latin typeface="Calibri"/>
              </a:rPr>
              <a:t>Together 3.8% of parameters.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02C39A"/>
                </a:solidFill>
                <a:latin typeface="Cambria"/>
              </a:rPr>
              <a:t>Cheap at INT8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36454F"/>
                </a:solidFill>
                <a:latin typeface="Calibri"/>
              </a:rPr>
              <a:t>E2/E3  encoder DCBs:  0.51 / 0.43%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36454F"/>
                </a:solidFill>
                <a:latin typeface="Calibri"/>
              </a:rPr>
              <a:t>E1/E4  encoder DCBs:  1.35 / 0.71%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36454F"/>
                </a:solidFill>
                <a:latin typeface="Calibri"/>
              </a:rPr>
              <a:t>D1  decoder block:  0.12%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A8CA3"/>
                </a:solidFill>
                <a:latin typeface="Calibri"/>
              </a:rPr>
              <a:t>results/analysis/component_precision_penalty_heatmap.png · worst-QP penalty per component and format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E2761"/>
                </a:solidFill>
                <a:latin typeface="Cambria"/>
              </a:rPr>
              <a:t>This is an allocation problem, so we solved it as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7A8CA3"/>
                </a:solidFill>
                <a:latin typeface="Calibri"/>
              </a:rPr>
              <a:t>mixed-integer linear program, HiGHS solver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828800"/>
            <a:ext cx="576072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mbria"/>
              </a:rPr>
              <a:t>Variables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36454F"/>
                </a:solidFill>
                <a:latin typeface="Calibri"/>
              </a:rPr>
              <a:t>x[component, precision] - one bit, chosen once and shared across all 8 QPs.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mbria"/>
              </a:rPr>
              <a:t>Constraint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6454F"/>
                </a:solidFill>
                <a:latin typeface="Calibri"/>
              </a:rPr>
              <a:t>For each QP q:  sum of the measured component penalties at q  &lt;=  budget.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7A8CA3"/>
                </a:solidFill>
                <a:latin typeface="Calibri"/>
              </a:rPr>
              <a:t>Eight constraints, one per QP, because one weight file serves all eight.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mbria"/>
              </a:rPr>
              <a:t>Objective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Calibri"/>
              </a:rPr>
              <a:t>Minimise total bytes. Not latency: we have no measured per-format latency table, so claiming one would be inventing data.</a:t>
            </a:r>
          </a:p>
        </p:txBody>
      </p:sp>
      <p:pic>
        <p:nvPicPr>
          <p:cNvPr id="5" name="Picture 4" descr="decision_budget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93153"/>
            <a:ext cx="5120640" cy="31117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A8CA3"/>
                </a:solidFill>
                <a:latin typeface="Calibri"/>
              </a:rPr>
              <a:t>scripts/solve_ilp.py · scipy.optimize.milp (HiGHS) · 19 components x 7 formats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E2761"/>
                </a:solidFill>
                <a:latin typeface="Cambria"/>
              </a:rPr>
              <a:t>Three measured operating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7A8CA3"/>
                </a:solidFill>
                <a:latin typeface="Calibri"/>
              </a:rPr>
              <a:t>same harness, all three datasets, all eight QPs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28800"/>
          <a:ext cx="11064237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556"/>
                <a:gridCol w="1548993"/>
                <a:gridCol w="1438351"/>
                <a:gridCol w="1548993"/>
                <a:gridCol w="1548993"/>
                <a:gridCol w="1438351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Point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Size MB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Saving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Kodak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CLIC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Set14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E2761"/>
                          </a:solidFill>
                          <a:latin typeface="Calibri"/>
                        </a:rPr>
                        <a:t>1% budget champion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E2761"/>
                          </a:solidFill>
                          <a:latin typeface="Calibri"/>
                        </a:rPr>
                        <a:t>21.677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E2761"/>
                          </a:solidFill>
                          <a:latin typeface="Calibri"/>
                        </a:rPr>
                        <a:t>-60.4%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E2761"/>
                          </a:solidFill>
                          <a:latin typeface="Calibri"/>
                        </a:rPr>
                        <a:t>0.67%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E2761"/>
                          </a:solidFill>
                          <a:latin typeface="Calibri"/>
                        </a:rPr>
                        <a:t>0.85%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E2761"/>
                          </a:solidFill>
                          <a:latin typeface="Calibri"/>
                        </a:rPr>
                        <a:t>0.94%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E2761"/>
                          </a:solidFill>
                          <a:latin typeface="Calibri"/>
                        </a:rPr>
                        <a:t>1.8% budget variant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E2761"/>
                          </a:solidFill>
                          <a:latin typeface="Calibri"/>
                        </a:rPr>
                        <a:t>18.664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E2761"/>
                          </a:solidFill>
                          <a:latin typeface="Calibri"/>
                        </a:rPr>
                        <a:t>-65.9%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E2761"/>
                          </a:solidFill>
                          <a:latin typeface="Calibri"/>
                        </a:rPr>
                        <a:t>1.27%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E2761"/>
                          </a:solidFill>
                          <a:latin typeface="Calibri"/>
                        </a:rPr>
                        <a:t>1.59%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E2761"/>
                          </a:solidFill>
                          <a:latin typeface="Calibri"/>
                        </a:rPr>
                        <a:t>1.60%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36454F"/>
                          </a:solidFill>
                          <a:latin typeface="Calibri"/>
                        </a:rPr>
                        <a:t>INT8 tier + QAT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36454F"/>
                          </a:solidFill>
                          <a:latin typeface="Calibri"/>
                        </a:rPr>
                        <a:t>14.401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36454F"/>
                          </a:solidFill>
                          <a:latin typeface="Calibri"/>
                        </a:rPr>
                        <a:t>-73.7%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36454F"/>
                          </a:solidFill>
                          <a:latin typeface="Calibri"/>
                        </a:rPr>
                        <a:t>1.85%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36454F"/>
                          </a:solidFill>
                          <a:latin typeface="Calibri"/>
                        </a:rPr>
                        <a:t>2.87%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36454F"/>
                          </a:solidFill>
                          <a:latin typeface="Calibri"/>
                        </a:rPr>
                        <a:t>3.36%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794760"/>
            <a:ext cx="110642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7A8CA3"/>
                </a:solidFill>
                <a:latin typeface="Calibri"/>
              </a:rPr>
              <a:t>FP32 is 54.688 MB. Every figure is a worst-QP rate-equivalent penalty against it.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6454F"/>
                </a:solidFill>
                <a:latin typeface="Calibri"/>
              </a:rPr>
              <a:t>1% champion: 0.94% worst case for 60% of the bytes gone.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6454F"/>
                </a:solidFill>
                <a:latin typeface="Calibri"/>
              </a:rPr>
              <a:t>1.8% variant: 1.60% worst case for 66% gone.</a:t>
            </a:r>
          </a:p>
          <a:p>
            <a:pPr algn="l">
              <a:spcAft>
                <a:spcPts val="0"/>
              </a:spcAft>
            </a:pPr>
            <a:r>
              <a:rPr sz="1700" b="1">
                <a:solidFill>
                  <a:srgbClr val="1E2761"/>
                </a:solidFill>
                <a:latin typeface="Calibri"/>
              </a:rPr>
              <a:t>INT8 tier + QAT: 3.36% worst case for 74% gone - and it only became usable because of fine-tuning.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A8CA3"/>
                </a:solidFill>
                <a:latin typeface="Calibri"/>
              </a:rPr>
              <a:t>results/final/SUBMISSION_POINTS.md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E2761"/>
                </a:solidFill>
                <a:latin typeface="Cambria"/>
              </a:rPr>
              <a:t>Mixed precision is 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7A8CA3"/>
                </a:solidFill>
                <a:latin typeface="Calibri"/>
              </a:rPr>
              <a:t>not a refinement: at comparable size, uniform INT8 is 39x worse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66928" y="1783080"/>
          <a:ext cx="70408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63840" y="1874519"/>
            <a:ext cx="3749039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D64545"/>
                </a:solidFill>
                <a:latin typeface="Cambria"/>
              </a:rPr>
              <a:t>26.18%</a:t>
            </a:r>
          </a:p>
          <a:p>
            <a:pPr algn="l">
              <a:spcAft>
                <a:spcPts val="1800"/>
              </a:spcAft>
            </a:pPr>
            <a:r>
              <a:rPr sz="1400" b="0">
                <a:solidFill>
                  <a:srgbClr val="36454F"/>
                </a:solidFill>
                <a:latin typeface="Calibri"/>
              </a:rPr>
              <a:t>uniform INT8, at 13.9 MB</a:t>
            </a:r>
          </a:p>
          <a:p>
            <a:pPr algn="l">
              <a:spcAft>
                <a:spcPts val="200"/>
              </a:spcAft>
            </a:pPr>
            <a:r>
              <a:rPr sz="4000" b="1">
                <a:solidFill>
                  <a:srgbClr val="02C39A"/>
                </a:solidFill>
                <a:latin typeface="Cambria"/>
              </a:rPr>
              <a:t>0.67%</a:t>
            </a:r>
          </a:p>
          <a:p>
            <a:pPr algn="l">
              <a:spcAft>
                <a:spcPts val="1800"/>
              </a:spcAft>
            </a:pPr>
            <a:r>
              <a:rPr sz="1400" b="0">
                <a:solidFill>
                  <a:srgbClr val="36454F"/>
                </a:solidFill>
                <a:latin typeface="Calibri"/>
              </a:rPr>
              <a:t>our 1% assignment, at 21.7 MB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The smaller model is 39x worse in quality. Spending bytes where sensitivity lives is worth more than spending them everywhere.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A8CA3"/>
                </a:solidFill>
                <a:latin typeface="Calibri"/>
              </a:rPr>
              <a:t>results/mixed/ comparison across 7 configs, 3 datasets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E2761"/>
                </a:solidFill>
                <a:latin typeface="Cambria"/>
              </a:rPr>
              <a:t>Where the size actually 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7A8CA3"/>
                </a:solidFill>
                <a:latin typeface="Calibri"/>
              </a:rPr>
              <a:t>the 1.8% budget replaced the 2% one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28800"/>
          <a:ext cx="512063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3779"/>
                <a:gridCol w="1843430"/>
                <a:gridCol w="1843430"/>
              </a:tblGrid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Size MB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Predicted %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6454F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6454F"/>
                          </a:solidFill>
                          <a:latin typeface="Calibri"/>
                        </a:rPr>
                        <a:t>21.677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6454F"/>
                          </a:solidFill>
                          <a:latin typeface="Calibri"/>
                        </a:rPr>
                        <a:t>0.971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6454F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6454F"/>
                          </a:solidFill>
                          <a:latin typeface="Calibri"/>
                        </a:rPr>
                        <a:t>21.396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6454F"/>
                          </a:solidFill>
                          <a:latin typeface="Calibri"/>
                        </a:rPr>
                        <a:t>1.137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6454F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6454F"/>
                          </a:solidFill>
                          <a:latin typeface="Calibri"/>
                        </a:rPr>
                        <a:t>21.258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6454F"/>
                          </a:solidFill>
                          <a:latin typeface="Calibri"/>
                        </a:rPr>
                        <a:t>1.285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6454F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6454F"/>
                          </a:solidFill>
                          <a:latin typeface="Calibri"/>
                        </a:rPr>
                        <a:t>21.151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6454F"/>
                          </a:solidFill>
                          <a:latin typeface="Calibri"/>
                        </a:rPr>
                        <a:t>1.444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2761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E2761"/>
                          </a:solidFill>
                          <a:latin typeface="Calibri"/>
                        </a:rPr>
                        <a:t>18.664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E2761"/>
                          </a:solidFill>
                          <a:latin typeface="Calibri"/>
                        </a:rPr>
                        <a:t>1.716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6454F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6454F"/>
                          </a:solidFill>
                          <a:latin typeface="Calibri"/>
                        </a:rPr>
                        <a:t>18.389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6454F"/>
                          </a:solidFill>
                          <a:latin typeface="Calibri"/>
                        </a:rPr>
                        <a:t>1.986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0" y="1828800"/>
            <a:ext cx="548640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1E2761"/>
                </a:solidFill>
                <a:latin typeface="Cambria"/>
              </a:rPr>
              <a:t>Between 1.6% and 1.8% the size falls 2.5 MB in one step.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36454F"/>
                </a:solidFill>
                <a:latin typeface="Calibri"/>
              </a:rPr>
              <a:t>That is the knee: below it you pay quality for almost no bytes, above it you pay bytes for almost no quality.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36454F"/>
                </a:solidFill>
                <a:latin typeface="Calibri"/>
              </a:rPr>
              <a:t>Measured on all three datasets, the 1.8% assignment also beats the 2.0% one we had planned: 1.27 / 1.60 / 1.60% versus 1.40 / 1.94 / 1.71%.</a:t>
            </a:r>
          </a:p>
          <a:p>
            <a:pPr algn="l">
              <a:spcAft>
                <a:spcPts val="0"/>
              </a:spcAft>
            </a:pPr>
            <a:r>
              <a:rPr sz="1600" b="1">
                <a:solidFill>
                  <a:srgbClr val="02C39A"/>
                </a:solidFill>
                <a:latin typeface="Calibri"/>
              </a:rPr>
              <a:t>So the earlier 2% choice was inside the knee and is not on the frontier. It was replaced.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A8CA3"/>
                </a:solidFill>
                <a:latin typeface="Calibri"/>
              </a:rPr>
              <a:t>results/night/ilp_fine_sweep.json · ilp_fine_measured.json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E2761"/>
                </a:solidFill>
                <a:latin typeface="Cambria"/>
              </a:rPr>
              <a:t>4-bit is not a knob you can just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7A8CA3"/>
                </a:solidFill>
                <a:latin typeface="Calibri"/>
              </a:rPr>
              <a:t>even with group scaling it costs 26-157 points per MB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28800"/>
          <a:ext cx="6766558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987"/>
                <a:gridCol w="1488643"/>
                <a:gridCol w="1217980"/>
                <a:gridCol w="1759305"/>
                <a:gridCol w="1488643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INT8 penalty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cost/MB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INT4g32 penalty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cost/MB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E3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0.427%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34.50%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31.4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E2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0.509%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28.85%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E4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0.710%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0.24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34.60%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31.2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E1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1.352%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172.27%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157.5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38.152%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184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not viable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D5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8.057%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1712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not viable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35240" y="1828800"/>
            <a:ext cx="40233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mbria"/>
              </a:rPr>
              <a:t>cost/MB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36454F"/>
                </a:solidFill>
                <a:latin typeface="Calibri"/>
              </a:rPr>
              <a:t>penalty points paid per megabyte saved. The optimizer minimises exactly this.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36454F"/>
                </a:solidFill>
                <a:latin typeface="Calibri"/>
              </a:rPr>
              <a:t>Group-32 scaling cut 4-bit error by 40% and its damage 5-22x versus per-channel. Still about 100x worse per byte than the 8-bit step.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02C39A"/>
                </a:solidFill>
                <a:latin typeface="Calibri"/>
              </a:rPr>
              <a:t>That is the honest 4-bit verdict: not worth it on its own, which is why we then tried to buy it back with fine-tuning.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A8CA3"/>
                </a:solidFill>
                <a:latin typeface="Calibri"/>
              </a:rPr>
              <a:t>results/qat/WHY_THESE_COMPONENTS.md · group-32 costs 5.0 effective bits per weight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E2761"/>
                </a:solidFill>
                <a:latin typeface="Cambria"/>
              </a:rPr>
              <a:t>Fine-tuning a quantized model, done carefully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7A8CA3"/>
                </a:solidFill>
                <a:latin typeface="Calibri"/>
              </a:rPr>
              <a:t>three design choices that make it trustworthy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E2761"/>
                </a:solidFill>
                <a:latin typeface="Cambria"/>
              </a:rPr>
              <a:t>Constrained, not penalised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Minimise distortion subject to holding bitrate at its pre-quantization value. A fixed rate penalty either drifts or dumps quality to hit the target.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4256" y="187451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E2761"/>
                </a:solidFill>
                <a:latin typeface="Cambria"/>
              </a:rPr>
              <a:t>Entropy stays frozen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The bundle ships precomputed integer CDF tables. Changing entropy weights would break the bit-exact coding contract, so they are held fixed.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1583" y="187451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E2761"/>
                </a:solidFill>
                <a:latin typeface="Cambria"/>
              </a:rPr>
              <a:t>Best checkpoint wins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The saved model must beat its own starting point, or the starting weights are kept. A bad run cannot produce a worse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977639"/>
            <a:ext cx="110642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36454F"/>
                </a:solidFill>
                <a:latin typeface="Calibri"/>
              </a:rPr>
              <a:t>Augmented Lagrangian:  loss = distortion + mu x (rate / target - 1),  with mu updated from the measured rate error on a fixed validation set.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36454F"/>
                </a:solidFill>
                <a:latin typeface="Calibri"/>
              </a:rPr>
              <a:t>12,000 steps at 512-pixel crops, about 100 minutes per tier on one 4 GB laptop GPU.</a:t>
            </a:r>
          </a:p>
          <a:p>
            <a:pPr algn="l">
              <a:spcAft>
                <a:spcPts val="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That is 2.2% of the optimizer steps the released model was pretrained with, and 0.2% of its sample budget - fine-tuning, not retraining.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A8CA3"/>
                </a:solidFill>
                <a:latin typeface="Calibri"/>
              </a:rPr>
              <a:t>scripts/qat_run.py · scripts/qat_overnight.py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E2761"/>
                </a:solidFill>
                <a:latin typeface="Cambria"/>
              </a:rPr>
              <a:t>QAT recovers what the assignment leaves on the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7A8CA3"/>
                </a:solidFill>
                <a:latin typeface="Calibri"/>
              </a:rPr>
              <a:t>and nothing where it leaves nothing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28800"/>
          <a:ext cx="7315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950976"/>
                <a:gridCol w="1024128"/>
                <a:gridCol w="1024128"/>
                <a:gridCol w="1097280"/>
                <a:gridCol w="14630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Size MB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2k steps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12k steps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Damage removed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More INT8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14.401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8.61%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8.61%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3.36%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61.0%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Moderate INT4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13.572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119.18%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25.27%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20.53%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82.8%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More INT4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11.369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1771.71%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84.22%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41.84%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97.6%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092440" y="182880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D64545"/>
                </a:solidFill>
                <a:latin typeface="Cambria"/>
              </a:rPr>
              <a:t>0.0%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QAT gain on the ILP 2% assignment (8,000 steps)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288036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2C39A"/>
                </a:solidFill>
                <a:latin typeface="Cambria"/>
              </a:rPr>
              <a:t>61 -&gt; 98%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of damage removed across tiers at 12k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297680"/>
            <a:ext cx="1106424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36454F"/>
                </a:solidFill>
                <a:latin typeface="Calibri"/>
              </a:rPr>
              <a:t>Three tiers with very different starting damage behave predictably: the worse the assignment, the more there is to recover.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36454F"/>
                </a:solidFill>
                <a:latin typeface="Calibri"/>
              </a:rPr>
              <a:t>But the ILP 2% model recovered exactly nothing, because a solver-optimised assignment has already spread its damage optimally. Fine-tuning has nothing to repair.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7A8CA3"/>
                </a:solidFill>
                <a:latin typeface="Calibri"/>
              </a:rPr>
              <a:t>Correction we had to make: at 2,000 steps the INT8 tier gained 0.0%, which looked like 'QAT only helps severe damage'. At 12,000 steps it removed 61%. The first reading was a step-budget artefact.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A8CA3"/>
                </a:solidFill>
                <a:latin typeface="Calibri"/>
              </a:rPr>
              <a:t>results/final/qat_attempt/summary.csv · results/night/qat_int8_12k/summary.csv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E2761"/>
                </a:solidFill>
                <a:latin typeface="Cambria"/>
              </a:rPr>
              <a:t>We did not get a speedup, and we know exactly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7A8CA3"/>
                </a:solidFill>
                <a:latin typeface="Calibri"/>
              </a:rPr>
              <a:t>quantization accelerates the part that is not the bottleneck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28800"/>
          <a:ext cx="722375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128"/>
                <a:gridCol w="1155801"/>
                <a:gridCol w="1589227"/>
                <a:gridCol w="1011326"/>
                <a:gridCol w="1300276"/>
              </a:tblGrid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95% CI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Energy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Energy CI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ILP mixed vs FP32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+4.79%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+1.27 to +9.80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-0.39%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CI spans zero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FP16 autocast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+4.29%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-9.99%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-15.1 to -5.3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BF16 autocast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+1.82%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-8.86%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6454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01000" y="1828800"/>
            <a:ext cx="365760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>
                <a:solidFill>
                  <a:srgbClr val="D64545"/>
                </a:solidFill>
                <a:latin typeface="Cambria"/>
              </a:rPr>
              <a:t>73%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36454F"/>
                </a:solidFill>
                <a:latin typeface="Calibri"/>
              </a:rPr>
              <a:t>of a GPU decode is entropy coding, not convolutions</a:t>
            </a:r>
          </a:p>
          <a:p>
            <a:pPr algn="l">
              <a:spcAft>
                <a:spcPts val="200"/>
              </a:spcAft>
            </a:pPr>
            <a:r>
              <a:rPr sz="4400" b="1">
                <a:solidFill>
                  <a:srgbClr val="7A8CA3"/>
                </a:solidFill>
                <a:latin typeface="Cambria"/>
              </a:rPr>
              <a:t>9%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36454F"/>
                </a:solidFill>
                <a:latin typeface="Calibri"/>
              </a:rPr>
              <a:t>of a decode is the convolutional network we quantized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7A8CA3"/>
                </a:solidFill>
                <a:latin typeface="Calibri"/>
              </a:rPr>
              <a:t>Float formats are the only ones with a real kernel on this GPU, and they save energy rather than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114800"/>
            <a:ext cx="110642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36454F"/>
                </a:solidFill>
                <a:latin typeface="Calibri"/>
              </a:rPr>
              <a:t>Simulated formats - FP8, INT4, FP4 - get no latency claim at all. We can only report size and quality for them.</a:t>
            </a:r>
          </a:p>
          <a:p>
            <a:pPr algn="l">
              <a:spcAft>
                <a:spcPts val="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A real INT8 speedup needs real INT8 kernels (TensorRT/ONNX), which is the obvious next engineering step, not a quantization-policy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A8CA3"/>
                </a:solidFill>
                <a:latin typeface="Calibri"/>
              </a:rPr>
              <a:t>results/metrics/ · paired interleaved benchmark, 50 pairs per cell, bootstrap CI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E2761"/>
                </a:solidFill>
                <a:latin typeface="Cambria"/>
              </a:rPr>
              <a:t>What we would 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7A8CA3"/>
                </a:solidFill>
                <a:latin typeface="Calibri"/>
              </a:rPr>
              <a:t>two lines of evidence, one recommendation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28800"/>
            <a:ext cx="5486400" cy="146304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02C39A"/>
                </a:solidFill>
                <a:latin typeface="Cambria"/>
              </a:rPr>
              <a:t>21.677 MB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champion - 60.4% smaller, 0.94% worst 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44768" y="1828800"/>
            <a:ext cx="5486400" cy="146304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02C39A"/>
                </a:solidFill>
                <a:latin typeface="Cambria"/>
              </a:rPr>
              <a:t>18.664 MB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smaller variant - 65.9% smaller, 1.60% worst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611880"/>
            <a:ext cx="1106424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36454F"/>
                </a:solidFill>
                <a:latin typeface="Calibri"/>
              </a:rPr>
              <a:t>Use the 1% assignment when quality is the constraint: it is inside 1% on all three datasets and its BD-rate is +0.48 to +0.55%.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36454F"/>
                </a:solidFill>
                <a:latin typeface="Calibri"/>
              </a:rPr>
              <a:t>Use the 1.8% assignment when size is the constraint: 3.0 MB smaller for about 0.7 extra points.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D64545"/>
                </a:solidFill>
                <a:latin typeface="Calibri"/>
              </a:rPr>
              <a:t>Do not use uniform INT8 at 13.9 MB: it is smaller and 39x worse. Do not use 4-bit without QAT: it is 21-42% even after 12,000 steps of repair.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7A8CA3"/>
                </a:solidFill>
                <a:latin typeface="Calibri"/>
              </a:rPr>
              <a:t>Every number on this slide is measured on all three datasets at all eight QPs, with the FP32 reference gate passing.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A8CA3"/>
                </a:solidFill>
                <a:latin typeface="Calibri"/>
              </a:rPr>
              <a:t>results/final/SUBMISSION_POINTS.md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E2761"/>
                </a:solidFill>
                <a:latin typeface="Cambria"/>
              </a:rPr>
              <a:t>What would change our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7A8CA3"/>
                </a:solidFill>
                <a:latin typeface="Calibri"/>
              </a:rPr>
              <a:t>four known limits, stated up front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28800"/>
            <a:ext cx="5349240" cy="182880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E2761"/>
                </a:solidFill>
                <a:latin typeface="Cambria"/>
              </a:rPr>
              <a:t>Checkpoint selection under-reports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Our validation probe scored the best QAT model as no better than its start, while the full evaluation showed 8.61 to 3.36%. Selection uses 512-crops; the metric uses native resolution. Selection is leaving gains on the table.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44768" y="1828800"/>
            <a:ext cx="5349240" cy="182880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E2761"/>
                </a:solidFill>
                <a:latin typeface="Cambria"/>
              </a:rPr>
              <a:t>Weights only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No activation quantization. W8A8 is the configuration that would actually use an INT8 kernel, and we did not build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3886200"/>
            <a:ext cx="5349240" cy="182880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E2761"/>
                </a:solidFill>
                <a:latin typeface="Cambria"/>
              </a:rPr>
              <a:t>Simulated 4-bit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FP8, INT4 and FP4 run as fake quantization. Quality numbers are real; any speed claim would not be.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3886200"/>
            <a:ext cx="5349240" cy="1828800"/>
          </a:xfrm>
          <a:prstGeom prst="roundRect">
            <a:avLst>
              <a:gd name="adj" fmla="val 8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E2761"/>
                </a:solidFill>
                <a:latin typeface="Cambria"/>
              </a:rPr>
              <a:t>One entropy lane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6454F"/>
                </a:solidFill>
                <a:latin typeface="Calibri"/>
              </a:rPr>
              <a:t>Decode spends 73% of its time in a single-lane rANS path. Multi-lane is the largest latency lever available and it changes the bitstream contract, so it is a design decision, not a tweak.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A8CA3"/>
                </a:solidFill>
                <a:latin typeface="Calibri"/>
              </a:rPr>
              <a:t>quantization-pluse-mse/STATUS.md section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02C39A"/>
                </a:solidFill>
                <a:latin typeface="Cambria"/>
              </a:rPr>
              <a:t>One sentence</a:t>
            </a:r>
          </a:p>
          <a:p>
            <a:pPr algn="l">
              <a:spcAft>
                <a:spcPts val="0"/>
              </a:spcAft>
            </a:pPr>
            <a:r>
              <a:rPr sz="3000" b="1">
                <a:solidFill>
                  <a:srgbClr val="CADCFC"/>
                </a:solidFill>
                <a:latin typeface="Cambria"/>
              </a:rPr>
              <a:t>Mixed precision buys 60-66% of the model for under 2% quality; fine-tuning then repairs whatever the assignment could not afford - but it cannot improve an assignment that was already optimal.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21.677 MB at 0.94%   ·   18.664 MB at 1.60%   ·   14.401 MB at 3.36% after QAT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